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5033" autoAdjust="0"/>
  </p:normalViewPr>
  <p:slideViewPr>
    <p:cSldViewPr snapToGrid="0">
      <p:cViewPr>
        <p:scale>
          <a:sx n="75" d="100"/>
          <a:sy n="75" d="100"/>
        </p:scale>
        <p:origin x="974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A274D-9FB7-442C-5F7A-7BA4030C32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9BFE64-5A00-0834-FCFA-668095ADD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4AC53-67B6-2BAE-7668-4DC03B61C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9B081-10DD-4C80-A662-41476B229DC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89861-15C4-6802-1D9D-1C48628C8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F7CD0-5EF9-4C17-B06E-5CE017D8A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BD576-90A1-433D-98CB-079C1BA38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167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B8BC6-493F-20D7-781E-BD5DA1289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6320F-1367-E022-86CF-9CC24C144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5A707-DDED-4F2E-B9D5-10A86D92F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9B081-10DD-4C80-A662-41476B229DC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E99AA-7E75-D43D-1E1B-96F575B9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02C1E-6FD3-6235-91A4-45819CC9C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BD576-90A1-433D-98CB-079C1BA38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810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17EE2-A56C-7C13-5EF5-5A2A30CD4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64A854-4BA6-4D0F-8C3A-9DE26B2D4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CA5277-1472-AB07-E2C9-E73194E00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9B081-10DD-4C80-A662-41476B229DC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B9AB2-5906-0F32-D356-5FBAE2D22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DDE3C-BF17-3633-3A52-84618BCFA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BD576-90A1-433D-98CB-079C1BA38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279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985FE-EDF7-E263-0E7E-4A851560A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CE66D-1F80-84CA-ACDB-190C7FA53D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1249E7-29B9-AADE-535A-1FE362B817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585E78-FC4E-EC11-869D-7773F1974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9B081-10DD-4C80-A662-41476B229DC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E840C6-1497-BE86-A2C2-62C0BB8AF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392A12-673F-0B15-8A59-DE0ACEB15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BD576-90A1-433D-98CB-079C1BA38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517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36939-AB6E-070A-C145-2094DC6DE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B91662-B6D1-C6F1-DA6A-A66E2937A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658C1D-E714-A8BA-DC50-304AA0D879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17BCB2-2259-5E5E-063D-03483D6F0A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2C4198-71C0-CF54-522F-F38AB848D1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53AC39-24C9-DDE2-2F35-62B09A166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9B081-10DD-4C80-A662-41476B229DC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8DBEBF-D190-CE97-6969-A8F44E4F1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51C6ED-080C-8D6F-210D-0E0CE1E9A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BD576-90A1-433D-98CB-079C1BA38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56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7CC57-9E73-601A-1D89-BAB0DBA9D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C78199-55D2-315B-B3DF-D9E0D37F0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9B081-10DD-4C80-A662-41476B229DC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FFC874-A52B-CD89-92BB-6CC04A869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C58D5-9AD2-1FB6-9B32-A92815F8E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BD576-90A1-433D-98CB-079C1BA38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96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5375DD-DB7C-EB91-A44A-7134E7B8D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9B081-10DD-4C80-A662-41476B229DC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632186-8BCB-91FF-5425-20402403C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9042A-DC73-26B6-7EB9-80BB459DD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BD576-90A1-433D-98CB-079C1BA38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124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F1173-F38A-C982-78BF-9A3C1CCA8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0422B-AAB3-64ED-9008-49F675BEA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1B5FE7-CF81-EF12-13FA-865943155C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B0F9CA-1082-BD97-E4A7-328E8CED7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9B081-10DD-4C80-A662-41476B229DC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834594-8DD4-6361-0A8F-0EFF6DFC8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7D9993-513E-CBBB-3C3F-F1F310AB4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BD576-90A1-433D-98CB-079C1BA38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869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19389-B511-7ED5-CA4D-F1EFC8148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21F224-E0AB-236F-CE8F-A83228B8B4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ACE7F3-F9AE-1BF1-1E05-56CBD83676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835739-0A62-B68F-F49F-C14FE2309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9B081-10DD-4C80-A662-41476B229DC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0FA21A-2328-64D1-FA99-83C8160B1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F9CC4B-02FC-DC95-F0E1-E7C90BE54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BD576-90A1-433D-98CB-079C1BA38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97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DCBB2-11FD-E0C8-EDAF-95D7856A0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D1A9EF-011F-42E2-68BF-CCDABDB8D3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CD32F-42E1-9A0A-6F5A-25ED4C7A9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9B081-10DD-4C80-A662-41476B229DC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0C99E-EB4F-07BB-06DC-04A9D9975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7035F-77A7-D4A3-4E8F-5DB5B6361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BD576-90A1-433D-98CB-079C1BA38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266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E70703-C79C-D187-3939-79FACD071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476792-E896-8AD9-C2FE-889FF17F3C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08113-7BCE-709C-6E3C-F710A8071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9B081-10DD-4C80-A662-41476B229DC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827B6-F95B-E6BF-4BBA-88A983FBB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BBDB8-2DB2-197E-EC63-0D949634F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BD576-90A1-433D-98CB-079C1BA38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8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9F050C-3408-1680-3D4A-D573292A4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ACE1FA-B0D7-351D-0D35-0C978218F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14F34-A7E6-E165-95D6-921C209EB2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C9B081-10DD-4C80-A662-41476B229DC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4E961-FA58-DEE7-A5AE-4AA47BA2C2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D1664-3218-5187-5B3E-28B97D8DA9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7BD576-90A1-433D-98CB-079C1BA38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396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9D7E975-9161-4F2D-AC53-69E1912F6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iagram of a computer&#10;&#10;AI-generated content may be incorrect.">
            <a:extLst>
              <a:ext uri="{FF2B5EF4-FFF2-40B4-BE49-F238E27FC236}">
                <a16:creationId xmlns:a16="http://schemas.microsoft.com/office/drawing/2014/main" id="{80496847-D0FA-24FD-672E-1A141B4DA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498" y="623275"/>
            <a:ext cx="6501891" cy="5607882"/>
          </a:xfrm>
          <a:prstGeom prst="rect">
            <a:avLst/>
          </a:prstGeom>
        </p:spPr>
      </p:pic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6235-1649-4B47-9862-4026FC47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3" y="623275"/>
            <a:ext cx="401217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D615EF-22DF-5C1B-8223-26235013E6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52497" y="1056640"/>
            <a:ext cx="3197660" cy="3125746"/>
          </a:xfrm>
        </p:spPr>
        <p:txBody>
          <a:bodyPr anchor="b">
            <a:normAutofit/>
          </a:bodyPr>
          <a:lstStyle/>
          <a:p>
            <a:pPr algn="l"/>
            <a:r>
              <a:rPr lang="en-US" sz="5000"/>
              <a:t>Instruction Register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646EA7-D593-9B95-7D05-2BC2B6AD95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52496" y="4301656"/>
            <a:ext cx="2705619" cy="762618"/>
          </a:xfrm>
        </p:spPr>
        <p:txBody>
          <a:bodyPr anchor="t">
            <a:normAutofit/>
          </a:bodyPr>
          <a:lstStyle/>
          <a:p>
            <a:pPr algn="l"/>
            <a:r>
              <a:rPr lang="en-US" sz="2000"/>
              <a:t>Matthew Murray</a:t>
            </a:r>
          </a:p>
        </p:txBody>
      </p:sp>
    </p:spTree>
    <p:extLst>
      <p:ext uri="{BB962C8B-B14F-4D97-AF65-F5344CB8AC3E}">
        <p14:creationId xmlns:p14="http://schemas.microsoft.com/office/powerpoint/2010/main" val="1196839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8CCDD-C864-980C-9A68-7DC111C3E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833C27-3EB3-236C-DCB3-B6CE8047C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058" y="1302903"/>
            <a:ext cx="6626942" cy="425219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A07210A-4E08-EF30-358D-B18588969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27070"/>
            <a:ext cx="5565058" cy="4803860"/>
          </a:xfrm>
          <a:prstGeom prst="rect">
            <a:avLst/>
          </a:prstGeom>
        </p:spPr>
      </p:pic>
      <p:grpSp>
        <p:nvGrpSpPr>
          <p:cNvPr id="108" name="Group 107">
            <a:extLst>
              <a:ext uri="{FF2B5EF4-FFF2-40B4-BE49-F238E27FC236}">
                <a16:creationId xmlns:a16="http://schemas.microsoft.com/office/drawing/2014/main" id="{B6043DBA-6DCA-4CAB-CB1C-34B92FAE1DF9}"/>
              </a:ext>
            </a:extLst>
          </p:cNvPr>
          <p:cNvGrpSpPr/>
          <p:nvPr/>
        </p:nvGrpSpPr>
        <p:grpSpPr>
          <a:xfrm>
            <a:off x="1219200" y="1158123"/>
            <a:ext cx="9726930" cy="4366377"/>
            <a:chOff x="1219200" y="1158123"/>
            <a:chExt cx="9726930" cy="4366377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CA37932-AFFA-89F8-E7E7-0DE38FC13A10}"/>
                </a:ext>
              </a:extLst>
            </p:cNvPr>
            <p:cNvCxnSpPr>
              <a:cxnSpLocks/>
            </p:cNvCxnSpPr>
            <p:nvPr/>
          </p:nvCxnSpPr>
          <p:spPr>
            <a:xfrm>
              <a:off x="1219200" y="5010150"/>
              <a:ext cx="352044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72D7606-33D1-9DA9-64A5-024F70C141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1170" y="4758690"/>
              <a:ext cx="0" cy="25146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63D7E4B-1DA8-2BF1-C3A1-3DD5F6F0AC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67940" y="4758690"/>
              <a:ext cx="0" cy="25146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604336A-8B16-F274-A856-598ED45BC5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6140" y="4758690"/>
              <a:ext cx="0" cy="25146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60BEF4A-DC7F-21C4-493D-EDB6E6FA9E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0530" y="4770120"/>
              <a:ext cx="0" cy="25146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318D71D-7DAD-09BE-864F-3343CA80F2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39640" y="2819400"/>
              <a:ext cx="0" cy="220218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F125546-3FC7-9BD1-8879-50DEA2B4B7F7}"/>
                </a:ext>
              </a:extLst>
            </p:cNvPr>
            <p:cNvCxnSpPr>
              <a:cxnSpLocks/>
            </p:cNvCxnSpPr>
            <p:nvPr/>
          </p:nvCxnSpPr>
          <p:spPr>
            <a:xfrm>
              <a:off x="1664970" y="2827020"/>
              <a:ext cx="310134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5514ECA-68C6-3219-21FB-9D45F36C5D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91640" y="2575560"/>
              <a:ext cx="0" cy="25146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F1AEFC-0A61-483C-7C64-6779B121C5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3170" y="2575560"/>
              <a:ext cx="0" cy="25146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78786E0-C580-734F-B444-C5C4BA236C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37560" y="2579370"/>
              <a:ext cx="0" cy="25146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C1474BC-68F2-6FE7-A747-2747ADDD10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83380" y="2575560"/>
              <a:ext cx="0" cy="25146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94960C0-9D30-CE3C-AA5C-535242AE09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51320" y="2624328"/>
              <a:ext cx="0" cy="176860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AD3AD94-78A0-075F-928F-63172C7DE5A6}"/>
                </a:ext>
              </a:extLst>
            </p:cNvPr>
            <p:cNvCxnSpPr>
              <a:cxnSpLocks/>
            </p:cNvCxnSpPr>
            <p:nvPr/>
          </p:nvCxnSpPr>
          <p:spPr>
            <a:xfrm>
              <a:off x="6751320" y="4381500"/>
              <a:ext cx="374142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5A17DA0-6C1E-A641-E0A6-70A4741D95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51420" y="4099560"/>
              <a:ext cx="0" cy="29337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26946EA-8665-11E5-975A-F5D7F1A84B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30590" y="4099560"/>
              <a:ext cx="0" cy="29337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64AC0374-C4A8-112B-B8E5-79B939038F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09760" y="4099560"/>
              <a:ext cx="0" cy="29337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010A230-71A7-941A-7EFF-53E35188CB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92740" y="4099560"/>
              <a:ext cx="0" cy="29337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4A8B2A0-C8AF-37E2-03BF-5E27FDA6EA1B}"/>
                </a:ext>
              </a:extLst>
            </p:cNvPr>
            <p:cNvCxnSpPr>
              <a:cxnSpLocks/>
            </p:cNvCxnSpPr>
            <p:nvPr/>
          </p:nvCxnSpPr>
          <p:spPr>
            <a:xfrm>
              <a:off x="6534150" y="2624328"/>
              <a:ext cx="395859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3927480B-3C08-C1AE-C2E8-E1FAD00E1E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62850" y="2330958"/>
              <a:ext cx="0" cy="29337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343F0FC-CFA3-9ED1-0E1A-FC901A0E61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22970" y="2348103"/>
              <a:ext cx="0" cy="29337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AE854BE-C30D-B285-7B5F-659E7FE53F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09760" y="2348103"/>
              <a:ext cx="0" cy="29337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04CB974F-2129-ABEE-CE09-11FB952AF6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92740" y="2348103"/>
              <a:ext cx="0" cy="29337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C62DCBB5-3106-DF2F-D213-A1B4E63CAECE}"/>
                </a:ext>
              </a:extLst>
            </p:cNvPr>
            <p:cNvCxnSpPr>
              <a:cxnSpLocks/>
            </p:cNvCxnSpPr>
            <p:nvPr/>
          </p:nvCxnSpPr>
          <p:spPr>
            <a:xfrm>
              <a:off x="1485900" y="5269230"/>
              <a:ext cx="2484120" cy="0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4614924-EB81-C8EA-1341-CA69E5C09ED8}"/>
                </a:ext>
              </a:extLst>
            </p:cNvPr>
            <p:cNvCxnSpPr>
              <a:cxnSpLocks/>
            </p:cNvCxnSpPr>
            <p:nvPr/>
          </p:nvCxnSpPr>
          <p:spPr>
            <a:xfrm>
              <a:off x="3985260" y="4690110"/>
              <a:ext cx="0" cy="582930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62DBCD6-19CF-EC03-0723-EB24DAC46026}"/>
                </a:ext>
              </a:extLst>
            </p:cNvPr>
            <p:cNvCxnSpPr>
              <a:cxnSpLocks/>
            </p:cNvCxnSpPr>
            <p:nvPr/>
          </p:nvCxnSpPr>
          <p:spPr>
            <a:xfrm>
              <a:off x="3150870" y="4690110"/>
              <a:ext cx="0" cy="582930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0E92DA27-9FB4-B295-54CC-5C9211E10330}"/>
                </a:ext>
              </a:extLst>
            </p:cNvPr>
            <p:cNvCxnSpPr>
              <a:cxnSpLocks/>
            </p:cNvCxnSpPr>
            <p:nvPr/>
          </p:nvCxnSpPr>
          <p:spPr>
            <a:xfrm>
              <a:off x="2316480" y="4693920"/>
              <a:ext cx="0" cy="582930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9D6E8D2E-3C5D-5C73-FA28-7AA407F5DAB0}"/>
                </a:ext>
              </a:extLst>
            </p:cNvPr>
            <p:cNvCxnSpPr>
              <a:cxnSpLocks/>
            </p:cNvCxnSpPr>
            <p:nvPr/>
          </p:nvCxnSpPr>
          <p:spPr>
            <a:xfrm>
              <a:off x="1485900" y="4695825"/>
              <a:ext cx="0" cy="828675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D8E5666-282B-12DF-D5FB-89D4E0B08F09}"/>
                </a:ext>
              </a:extLst>
            </p:cNvPr>
            <p:cNvCxnSpPr>
              <a:cxnSpLocks/>
            </p:cNvCxnSpPr>
            <p:nvPr/>
          </p:nvCxnSpPr>
          <p:spPr>
            <a:xfrm>
              <a:off x="1299210" y="5524500"/>
              <a:ext cx="186690" cy="0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F2FEFAAC-0781-12D2-ED12-5EC0B8F9268F}"/>
                </a:ext>
              </a:extLst>
            </p:cNvPr>
            <p:cNvCxnSpPr>
              <a:cxnSpLocks/>
            </p:cNvCxnSpPr>
            <p:nvPr/>
          </p:nvCxnSpPr>
          <p:spPr>
            <a:xfrm>
              <a:off x="3977640" y="5143500"/>
              <a:ext cx="971550" cy="0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D45C97F4-873F-E4D8-11ED-E55280D5CE19}"/>
                </a:ext>
              </a:extLst>
            </p:cNvPr>
            <p:cNvCxnSpPr>
              <a:cxnSpLocks/>
            </p:cNvCxnSpPr>
            <p:nvPr/>
          </p:nvCxnSpPr>
          <p:spPr>
            <a:xfrm>
              <a:off x="4941570" y="3150870"/>
              <a:ext cx="0" cy="1992630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FF45F794-ED18-0AE5-BD57-55240C76B4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5900" y="3148965"/>
              <a:ext cx="3463290" cy="1905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B92B0F48-7514-C3B5-2328-407C58C61980}"/>
                </a:ext>
              </a:extLst>
            </p:cNvPr>
            <p:cNvCxnSpPr>
              <a:cxnSpLocks/>
            </p:cNvCxnSpPr>
            <p:nvPr/>
          </p:nvCxnSpPr>
          <p:spPr>
            <a:xfrm>
              <a:off x="1485900" y="2494788"/>
              <a:ext cx="0" cy="664845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077172B8-5412-8730-AFC0-4BA326986000}"/>
                </a:ext>
              </a:extLst>
            </p:cNvPr>
            <p:cNvCxnSpPr>
              <a:cxnSpLocks/>
            </p:cNvCxnSpPr>
            <p:nvPr/>
          </p:nvCxnSpPr>
          <p:spPr>
            <a:xfrm>
              <a:off x="2316480" y="2494788"/>
              <a:ext cx="0" cy="664845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D3522AC-DDA6-1C71-DA58-698B05A7444D}"/>
                </a:ext>
              </a:extLst>
            </p:cNvPr>
            <p:cNvCxnSpPr>
              <a:cxnSpLocks/>
            </p:cNvCxnSpPr>
            <p:nvPr/>
          </p:nvCxnSpPr>
          <p:spPr>
            <a:xfrm>
              <a:off x="3150870" y="2494597"/>
              <a:ext cx="0" cy="664845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ECD81088-67DE-F174-9D84-6D55E50AAD4D}"/>
                </a:ext>
              </a:extLst>
            </p:cNvPr>
            <p:cNvCxnSpPr>
              <a:cxnSpLocks/>
            </p:cNvCxnSpPr>
            <p:nvPr/>
          </p:nvCxnSpPr>
          <p:spPr>
            <a:xfrm>
              <a:off x="3989070" y="2494597"/>
              <a:ext cx="0" cy="664845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6B942367-35A9-F783-9895-8902F33D771D}"/>
                </a:ext>
              </a:extLst>
            </p:cNvPr>
            <p:cNvCxnSpPr>
              <a:cxnSpLocks/>
            </p:cNvCxnSpPr>
            <p:nvPr/>
          </p:nvCxnSpPr>
          <p:spPr>
            <a:xfrm>
              <a:off x="5943600" y="1550670"/>
              <a:ext cx="4514850" cy="0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308B4634-B8C7-0DFC-91FC-95F535E965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58450" y="1550670"/>
              <a:ext cx="0" cy="365760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97444C87-C5B4-2C79-A9B0-01A53BC5F7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02140" y="1550670"/>
              <a:ext cx="0" cy="365760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D552156C-2218-6552-50D3-225585E9DA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11540" y="1550670"/>
              <a:ext cx="0" cy="365760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5FEA8445-0D1B-F3FB-E97C-76BCE565AB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17130" y="1550670"/>
              <a:ext cx="0" cy="365760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305CAC8-7BA7-A2AD-653A-16C1647123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49440" y="1550670"/>
              <a:ext cx="0" cy="1748790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AF64D371-D87D-154F-CC19-F9C85B3516B2}"/>
                </a:ext>
              </a:extLst>
            </p:cNvPr>
            <p:cNvCxnSpPr>
              <a:cxnSpLocks/>
            </p:cNvCxnSpPr>
            <p:nvPr/>
          </p:nvCxnSpPr>
          <p:spPr>
            <a:xfrm>
              <a:off x="6949440" y="3299460"/>
              <a:ext cx="3509010" cy="0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2E9D3957-7671-8D32-78A4-8A184D8450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54640" y="3299460"/>
              <a:ext cx="0" cy="365760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FECF103A-EDDD-F23E-5A29-3650950FF3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02140" y="3299460"/>
              <a:ext cx="0" cy="365760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A07ABE37-DC4B-209F-CB57-41218037CA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11540" y="3299460"/>
              <a:ext cx="0" cy="365760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047681D7-8E69-3A78-1E63-F8FE6139E6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17130" y="3299460"/>
              <a:ext cx="0" cy="365760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81104FAF-A566-3D99-445E-0E6D9DC16F03}"/>
                </a:ext>
              </a:extLst>
            </p:cNvPr>
            <p:cNvCxnSpPr>
              <a:cxnSpLocks/>
            </p:cNvCxnSpPr>
            <p:nvPr/>
          </p:nvCxnSpPr>
          <p:spPr>
            <a:xfrm>
              <a:off x="1807845" y="1177290"/>
              <a:ext cx="2836545" cy="0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6ED1B1CF-7A97-2A92-754C-289CC05E2756}"/>
                </a:ext>
              </a:extLst>
            </p:cNvPr>
            <p:cNvCxnSpPr>
              <a:cxnSpLocks/>
            </p:cNvCxnSpPr>
            <p:nvPr/>
          </p:nvCxnSpPr>
          <p:spPr>
            <a:xfrm>
              <a:off x="2122170" y="1177290"/>
              <a:ext cx="0" cy="351394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F8E5F085-BBE1-23D2-C250-92AAF46E3152}"/>
                </a:ext>
              </a:extLst>
            </p:cNvPr>
            <p:cNvCxnSpPr>
              <a:cxnSpLocks/>
            </p:cNvCxnSpPr>
            <p:nvPr/>
          </p:nvCxnSpPr>
          <p:spPr>
            <a:xfrm>
              <a:off x="2891790" y="1177290"/>
              <a:ext cx="0" cy="289560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1D13A36D-0943-C87D-5102-4182B872E936}"/>
                </a:ext>
              </a:extLst>
            </p:cNvPr>
            <p:cNvCxnSpPr>
              <a:cxnSpLocks/>
            </p:cNvCxnSpPr>
            <p:nvPr/>
          </p:nvCxnSpPr>
          <p:spPr>
            <a:xfrm>
              <a:off x="3794760" y="1158123"/>
              <a:ext cx="0" cy="232527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9DF55DF9-F9CB-8D9E-4735-D020E0AF9901}"/>
                </a:ext>
              </a:extLst>
            </p:cNvPr>
            <p:cNvCxnSpPr>
              <a:cxnSpLocks/>
            </p:cNvCxnSpPr>
            <p:nvPr/>
          </p:nvCxnSpPr>
          <p:spPr>
            <a:xfrm>
              <a:off x="4625340" y="1177290"/>
              <a:ext cx="0" cy="175697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79B03DA1-D47A-B911-A932-ECF91579AF97}"/>
                </a:ext>
              </a:extLst>
            </p:cNvPr>
            <p:cNvCxnSpPr>
              <a:cxnSpLocks/>
            </p:cNvCxnSpPr>
            <p:nvPr/>
          </p:nvCxnSpPr>
          <p:spPr>
            <a:xfrm>
              <a:off x="6041984" y="5010150"/>
              <a:ext cx="4904146" cy="0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11452EBD-8A37-3306-27AB-41205004FC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0050" y="5021580"/>
              <a:ext cx="0" cy="190559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5925C523-3ED2-947C-01AA-E25F6E9C53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6360" y="5014882"/>
              <a:ext cx="0" cy="190559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DD5FB029-1528-35C2-DF71-C8ACC1BD09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47910" y="5021580"/>
              <a:ext cx="0" cy="190559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6DAA5E1A-0188-D161-62C9-5DC517DCC1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46130" y="5021580"/>
              <a:ext cx="0" cy="190559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74270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C45015-57D9-8B46-E447-136DFA11A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987" y="0"/>
            <a:ext cx="10688026" cy="6858000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1735C30A-239A-C5AF-F384-9E336750B217}"/>
              </a:ext>
            </a:extLst>
          </p:cNvPr>
          <p:cNvGrpSpPr/>
          <p:nvPr/>
        </p:nvGrpSpPr>
        <p:grpSpPr>
          <a:xfrm>
            <a:off x="0" y="255639"/>
            <a:ext cx="11911780" cy="6602361"/>
            <a:chOff x="0" y="255639"/>
            <a:chExt cx="11911780" cy="660236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2346E85-37DF-B142-3C61-BFF46BBE54FF}"/>
                </a:ext>
              </a:extLst>
            </p:cNvPr>
            <p:cNvSpPr/>
            <p:nvPr/>
          </p:nvSpPr>
          <p:spPr>
            <a:xfrm>
              <a:off x="3215147" y="255639"/>
              <a:ext cx="5761705" cy="264487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393884C-2186-E317-BBFA-450726989881}"/>
                </a:ext>
              </a:extLst>
            </p:cNvPr>
            <p:cNvSpPr/>
            <p:nvPr/>
          </p:nvSpPr>
          <p:spPr>
            <a:xfrm>
              <a:off x="3215147" y="2900516"/>
              <a:ext cx="5761705" cy="2408903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2DA9CFF-B925-8AEF-B217-C69C402E0F78}"/>
                </a:ext>
              </a:extLst>
            </p:cNvPr>
            <p:cNvSpPr/>
            <p:nvPr/>
          </p:nvSpPr>
          <p:spPr>
            <a:xfrm>
              <a:off x="4163959" y="5909187"/>
              <a:ext cx="5761705" cy="948813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268251-5248-E3EA-DB1F-1C021D55CEE0}"/>
                </a:ext>
              </a:extLst>
            </p:cNvPr>
            <p:cNvSpPr/>
            <p:nvPr/>
          </p:nvSpPr>
          <p:spPr>
            <a:xfrm>
              <a:off x="1473563" y="265472"/>
              <a:ext cx="1020009" cy="948813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2C71347-1B83-6245-0FA3-B7184B537C91}"/>
                </a:ext>
              </a:extLst>
            </p:cNvPr>
            <p:cNvSpPr/>
            <p:nvPr/>
          </p:nvSpPr>
          <p:spPr>
            <a:xfrm>
              <a:off x="10171650" y="1899618"/>
              <a:ext cx="1656557" cy="518651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Instruction reg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35C405D-FF7B-2D89-5C59-959BD947BA33}"/>
                </a:ext>
              </a:extLst>
            </p:cNvPr>
            <p:cNvSpPr/>
            <p:nvPr/>
          </p:nvSpPr>
          <p:spPr>
            <a:xfrm>
              <a:off x="10171649" y="3586316"/>
              <a:ext cx="1656557" cy="51865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Data reg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A49FD65-8AA5-B247-F27D-9DF525910C90}"/>
                </a:ext>
              </a:extLst>
            </p:cNvPr>
            <p:cNvSpPr/>
            <p:nvPr/>
          </p:nvSpPr>
          <p:spPr>
            <a:xfrm>
              <a:off x="9773265" y="4754363"/>
              <a:ext cx="2138515" cy="518651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Data output buffers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DDA14F4-7CF9-5B8B-3DF7-A02988DF4BF6}"/>
                </a:ext>
              </a:extLst>
            </p:cNvPr>
            <p:cNvSpPr/>
            <p:nvPr/>
          </p:nvSpPr>
          <p:spPr>
            <a:xfrm>
              <a:off x="0" y="1380967"/>
              <a:ext cx="1641986" cy="518651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Clock inverter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E07EFD6-D59C-5492-61A0-6F7110A231F8}"/>
                </a:ext>
              </a:extLst>
            </p:cNvPr>
            <p:cNvCxnSpPr>
              <a:stCxn id="15" idx="1"/>
            </p:cNvCxnSpPr>
            <p:nvPr/>
          </p:nvCxnSpPr>
          <p:spPr>
            <a:xfrm flipH="1" flipV="1">
              <a:off x="8976852" y="2158943"/>
              <a:ext cx="1194798" cy="1"/>
            </a:xfrm>
            <a:prstGeom prst="straightConnector1">
              <a:avLst/>
            </a:prstGeom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CCACD522-E30A-0324-43C7-E7EAB2977BF7}"/>
                </a:ext>
              </a:extLst>
            </p:cNvPr>
            <p:cNvCxnSpPr/>
            <p:nvPr/>
          </p:nvCxnSpPr>
          <p:spPr>
            <a:xfrm flipH="1" flipV="1">
              <a:off x="9013634" y="3845641"/>
              <a:ext cx="1194798" cy="1"/>
            </a:xfrm>
            <a:prstGeom prst="straightConnector1">
              <a:avLst/>
            </a:prstGeom>
            <a:ln w="381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F254020D-3724-EF14-6E03-05C4123F450D}"/>
                </a:ext>
              </a:extLst>
            </p:cNvPr>
            <p:cNvCxnSpPr>
              <a:cxnSpLocks/>
              <a:stCxn id="17" idx="2"/>
            </p:cNvCxnSpPr>
            <p:nvPr/>
          </p:nvCxnSpPr>
          <p:spPr>
            <a:xfrm flipH="1">
              <a:off x="9925664" y="5273014"/>
              <a:ext cx="916859" cy="599768"/>
            </a:xfrm>
            <a:prstGeom prst="straightConnector1">
              <a:avLst/>
            </a:prstGeom>
            <a:ln w="381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AE1F99F-CD03-EC63-8BDB-2561C1F73BFB}"/>
                </a:ext>
              </a:extLst>
            </p:cNvPr>
            <p:cNvCxnSpPr>
              <a:cxnSpLocks/>
              <a:stCxn id="18" idx="0"/>
            </p:cNvCxnSpPr>
            <p:nvPr/>
          </p:nvCxnSpPr>
          <p:spPr>
            <a:xfrm flipV="1">
              <a:off x="820993" y="1091381"/>
              <a:ext cx="652570" cy="289586"/>
            </a:xfrm>
            <a:prstGeom prst="straightConnector1">
              <a:avLst/>
            </a:prstGeom>
            <a:ln w="3810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2440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5F88DE-FFDC-3A59-9091-30753AD22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5520"/>
            <a:ext cx="12192000" cy="5360660"/>
          </a:xfrm>
          <a:prstGeom prst="rect">
            <a:avLst/>
          </a:prstGeom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4A9E7E24-A6A9-BE15-97B8-6D8097BA2709}"/>
              </a:ext>
            </a:extLst>
          </p:cNvPr>
          <p:cNvGrpSpPr/>
          <p:nvPr/>
        </p:nvGrpSpPr>
        <p:grpSpPr>
          <a:xfrm>
            <a:off x="190500" y="-3485"/>
            <a:ext cx="3558540" cy="6780672"/>
            <a:chOff x="190500" y="-3485"/>
            <a:chExt cx="3558540" cy="678067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18B633C-8D79-2FDA-DA75-39131796C0A1}"/>
                </a:ext>
              </a:extLst>
            </p:cNvPr>
            <p:cNvGrpSpPr/>
            <p:nvPr/>
          </p:nvGrpSpPr>
          <p:grpSpPr>
            <a:xfrm>
              <a:off x="311485" y="-3485"/>
              <a:ext cx="3437555" cy="850664"/>
              <a:chOff x="311485" y="-3485"/>
              <a:chExt cx="3437555" cy="850664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80F1F591-7FFB-917A-4281-13C1F7584C5F}"/>
                  </a:ext>
                </a:extLst>
              </p:cNvPr>
              <p:cNvGrpSpPr/>
              <p:nvPr/>
            </p:nvGrpSpPr>
            <p:grpSpPr>
              <a:xfrm>
                <a:off x="311486" y="542478"/>
                <a:ext cx="3437554" cy="304701"/>
                <a:chOff x="311486" y="1202878"/>
                <a:chExt cx="3516802" cy="304701"/>
              </a:xfrm>
            </p:grpSpPr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C84F2DF6-C854-354F-7E5A-91CE72E68B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1486" y="1367470"/>
                  <a:ext cx="3516802" cy="0"/>
                </a:xfrm>
                <a:prstGeom prst="line">
                  <a:avLst/>
                </a:prstGeom>
                <a:ln w="76200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5C73F7A2-BB03-17F2-CC1C-43D7161A8E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28288" y="1202878"/>
                  <a:ext cx="0" cy="304701"/>
                </a:xfrm>
                <a:prstGeom prst="line">
                  <a:avLst/>
                </a:prstGeom>
                <a:ln w="76200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A2C39540-6D37-2F32-4DE0-DBEAF06534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1486" y="1202878"/>
                  <a:ext cx="0" cy="304701"/>
                </a:xfrm>
                <a:prstGeom prst="line">
                  <a:avLst/>
                </a:prstGeom>
                <a:ln w="76200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AEC0849-034D-E820-819F-33E8E400BDCB}"/>
                  </a:ext>
                </a:extLst>
              </p:cNvPr>
              <p:cNvSpPr txBox="1"/>
              <p:nvPr/>
            </p:nvSpPr>
            <p:spPr>
              <a:xfrm>
                <a:off x="311485" y="-3485"/>
                <a:ext cx="3437549" cy="646331"/>
              </a:xfrm>
              <a:prstGeom prst="rect">
                <a:avLst/>
              </a:prstGeom>
              <a:noFill/>
            </p:spPr>
            <p:txBody>
              <a:bodyPr wrap="square" rtlCol="0" anchor="b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Latch active</a:t>
                </a:r>
              </a:p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Data enable active</a:t>
                </a: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38EF1BDA-1672-B827-A716-20E7D4CD71AC}"/>
                </a:ext>
              </a:extLst>
            </p:cNvPr>
            <p:cNvGrpSpPr/>
            <p:nvPr/>
          </p:nvGrpSpPr>
          <p:grpSpPr>
            <a:xfrm>
              <a:off x="190500" y="6022480"/>
              <a:ext cx="2720340" cy="754707"/>
              <a:chOff x="190500" y="6022480"/>
              <a:chExt cx="2720340" cy="754707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316230C-4755-2AD9-2F42-E775D84811B0}"/>
                  </a:ext>
                </a:extLst>
              </p:cNvPr>
              <p:cNvSpPr txBox="1"/>
              <p:nvPr/>
            </p:nvSpPr>
            <p:spPr>
              <a:xfrm>
                <a:off x="190500" y="6315522"/>
                <a:ext cx="27203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bg1"/>
                    </a:solidFill>
                  </a:rPr>
                  <a:t>Inputs change at clock falling edge – outputs change at the next rising edge</a:t>
                </a:r>
              </a:p>
            </p:txBody>
          </p: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897A2A9A-1C6B-FE4B-8287-FD69E01A66B0}"/>
                  </a:ext>
                </a:extLst>
              </p:cNvPr>
              <p:cNvCxnSpPr>
                <a:cxnSpLocks/>
                <a:stCxn id="29" idx="0"/>
              </p:cNvCxnSpPr>
              <p:nvPr/>
            </p:nvCxnSpPr>
            <p:spPr>
              <a:xfrm flipH="1" flipV="1">
                <a:off x="1356360" y="6022480"/>
                <a:ext cx="194310" cy="293042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DC5E3D9-BCBA-EE07-1ECA-10BC322DC027}"/>
              </a:ext>
            </a:extLst>
          </p:cNvPr>
          <p:cNvGrpSpPr/>
          <p:nvPr/>
        </p:nvGrpSpPr>
        <p:grpSpPr>
          <a:xfrm>
            <a:off x="3599978" y="-7620"/>
            <a:ext cx="4446741" cy="6784807"/>
            <a:chOff x="3599978" y="-7620"/>
            <a:chExt cx="4446741" cy="6784807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5437A15-288E-5F1C-4257-BB0C9F74A670}"/>
                </a:ext>
              </a:extLst>
            </p:cNvPr>
            <p:cNvGrpSpPr/>
            <p:nvPr/>
          </p:nvGrpSpPr>
          <p:grpSpPr>
            <a:xfrm>
              <a:off x="3831925" y="-7620"/>
              <a:ext cx="4214794" cy="850664"/>
              <a:chOff x="311485" y="-3485"/>
              <a:chExt cx="3437555" cy="850664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3DE42E8D-798C-A866-66B4-CEE6A6324742}"/>
                  </a:ext>
                </a:extLst>
              </p:cNvPr>
              <p:cNvGrpSpPr/>
              <p:nvPr/>
            </p:nvGrpSpPr>
            <p:grpSpPr>
              <a:xfrm>
                <a:off x="311486" y="542478"/>
                <a:ext cx="3437554" cy="304701"/>
                <a:chOff x="311486" y="1202878"/>
                <a:chExt cx="3516802" cy="304701"/>
              </a:xfrm>
            </p:grpSpPr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B09BEED4-EB77-02BD-FDC4-1BD729F0B0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1486" y="1367470"/>
                  <a:ext cx="3516802" cy="0"/>
                </a:xfrm>
                <a:prstGeom prst="line">
                  <a:avLst/>
                </a:prstGeom>
                <a:ln w="76200">
                  <a:solidFill>
                    <a:srgbClr val="FFFF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C21454CE-7035-CE7A-550B-56B9AAD175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28288" y="1202878"/>
                  <a:ext cx="0" cy="304701"/>
                </a:xfrm>
                <a:prstGeom prst="line">
                  <a:avLst/>
                </a:prstGeom>
                <a:ln w="76200">
                  <a:solidFill>
                    <a:srgbClr val="FFFF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32AFB5CD-0353-8A18-4CA3-7C27F64CE43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1486" y="1202878"/>
                  <a:ext cx="0" cy="304701"/>
                </a:xfrm>
                <a:prstGeom prst="line">
                  <a:avLst/>
                </a:prstGeom>
                <a:ln w="76200">
                  <a:solidFill>
                    <a:srgbClr val="FFFF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71F7771A-BC64-F536-EBAC-68AC30F1B40F}"/>
                      </a:ext>
                    </a:extLst>
                  </p:cNvPr>
                  <p:cNvSpPr txBox="1"/>
                  <p:nvPr/>
                </p:nvSpPr>
                <p:spPr>
                  <a:xfrm>
                    <a:off x="311485" y="-3485"/>
                    <a:ext cx="3437549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>
                    <a:spAutoFit/>
                  </a:bodyPr>
                  <a:lstStyle/>
                  <a:p>
                    <a:pPr algn="ctr"/>
                    <a:r>
                      <a:rPr lang="en-US" dirty="0">
                        <a:solidFill>
                          <a:schemeClr val="bg1"/>
                        </a:solidFill>
                      </a:rPr>
                      <a:t>Latch inactive</a:t>
                    </a:r>
                  </a:p>
                  <a:p>
                    <a:pPr algn="ctr"/>
                    <a:r>
                      <a:rPr lang="en-US" dirty="0">
                        <a:solidFill>
                          <a:schemeClr val="bg1"/>
                        </a:solidFill>
                      </a:rPr>
                      <a:t>Clear pulse t=100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oMath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71F7771A-BC64-F536-EBAC-68AC30F1B4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1485" y="-3485"/>
                    <a:ext cx="3437549" cy="64633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3774" b="-1603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84E9DA04-461B-ADFD-ACE5-9E1B32DD56D1}"/>
                </a:ext>
              </a:extLst>
            </p:cNvPr>
            <p:cNvGrpSpPr/>
            <p:nvPr/>
          </p:nvGrpSpPr>
          <p:grpSpPr>
            <a:xfrm>
              <a:off x="3599978" y="5210593"/>
              <a:ext cx="1604482" cy="1566594"/>
              <a:chOff x="3599978" y="5210593"/>
              <a:chExt cx="1604482" cy="1566594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2524524-306B-CB99-E6B7-B73D61FEF78B}"/>
                  </a:ext>
                </a:extLst>
              </p:cNvPr>
              <p:cNvSpPr txBox="1"/>
              <p:nvPr/>
            </p:nvSpPr>
            <p:spPr>
              <a:xfrm>
                <a:off x="3599978" y="6315522"/>
                <a:ext cx="160448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bg1"/>
                    </a:solidFill>
                  </a:rPr>
                  <a:t>Holds previous state with latch inactive</a:t>
                </a:r>
              </a:p>
            </p:txBody>
          </p: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7FDE1D68-0E42-05C6-9BF2-1EC0B19E853D}"/>
                  </a:ext>
                </a:extLst>
              </p:cNvPr>
              <p:cNvCxnSpPr>
                <a:cxnSpLocks/>
                <a:stCxn id="33" idx="0"/>
              </p:cNvCxnSpPr>
              <p:nvPr/>
            </p:nvCxnSpPr>
            <p:spPr>
              <a:xfrm flipH="1" flipV="1">
                <a:off x="4329829" y="5210593"/>
                <a:ext cx="72390" cy="1104929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3568318-7738-046E-4AB7-7D2D47CAF060}"/>
                </a:ext>
              </a:extLst>
            </p:cNvPr>
            <p:cNvGrpSpPr/>
            <p:nvPr/>
          </p:nvGrpSpPr>
          <p:grpSpPr>
            <a:xfrm>
              <a:off x="4756549" y="2507009"/>
              <a:ext cx="1459702" cy="570041"/>
              <a:chOff x="4756549" y="2507009"/>
              <a:chExt cx="1459702" cy="570041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17C9D9F-4A3E-E8E8-97E7-A1696EAF5687}"/>
                  </a:ext>
                </a:extLst>
              </p:cNvPr>
              <p:cNvSpPr txBox="1"/>
              <p:nvPr/>
            </p:nvSpPr>
            <p:spPr>
              <a:xfrm>
                <a:off x="4756549" y="2507009"/>
                <a:ext cx="145970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bg1"/>
                    </a:solidFill>
                  </a:rPr>
                  <a:t>Clear pulse</a:t>
                </a:r>
              </a:p>
            </p:txBody>
          </p: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25A8A7E6-99A7-145B-750E-9AAD9FF5A3F6}"/>
                  </a:ext>
                </a:extLst>
              </p:cNvPr>
              <p:cNvCxnSpPr>
                <a:cxnSpLocks/>
                <a:stCxn id="37" idx="2"/>
              </p:cNvCxnSpPr>
              <p:nvPr/>
            </p:nvCxnSpPr>
            <p:spPr>
              <a:xfrm flipH="1">
                <a:off x="5288280" y="2784008"/>
                <a:ext cx="198120" cy="293042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778B6C59-F2B0-381B-BEC3-624A493FEAB1}"/>
                </a:ext>
              </a:extLst>
            </p:cNvPr>
            <p:cNvGrpSpPr/>
            <p:nvPr/>
          </p:nvGrpSpPr>
          <p:grpSpPr>
            <a:xfrm>
              <a:off x="5712858" y="5958840"/>
              <a:ext cx="1701401" cy="726013"/>
              <a:chOff x="5712858" y="5958840"/>
              <a:chExt cx="1701401" cy="726013"/>
            </a:xfrm>
          </p:grpSpPr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6A2DDAA-3861-DCC4-DDDE-450B7933AEDE}"/>
                  </a:ext>
                </a:extLst>
              </p:cNvPr>
              <p:cNvSpPr txBox="1"/>
              <p:nvPr/>
            </p:nvSpPr>
            <p:spPr>
              <a:xfrm>
                <a:off x="5712858" y="6407854"/>
                <a:ext cx="170140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bg1"/>
                    </a:solidFill>
                  </a:rPr>
                  <a:t>Output zero after clear</a:t>
                </a:r>
              </a:p>
            </p:txBody>
          </p: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5D5143E2-254F-58E4-73C0-0DD9301336DF}"/>
                  </a:ext>
                </a:extLst>
              </p:cNvPr>
              <p:cNvCxnSpPr>
                <a:cxnSpLocks/>
                <a:stCxn id="42" idx="0"/>
              </p:cNvCxnSpPr>
              <p:nvPr/>
            </p:nvCxnSpPr>
            <p:spPr>
              <a:xfrm flipV="1">
                <a:off x="6563559" y="5958840"/>
                <a:ext cx="0" cy="449014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81D3A0C-AC3E-93F2-3EA8-B83B0EA4CB94}"/>
              </a:ext>
            </a:extLst>
          </p:cNvPr>
          <p:cNvGrpSpPr/>
          <p:nvPr/>
        </p:nvGrpSpPr>
        <p:grpSpPr>
          <a:xfrm>
            <a:off x="8129595" y="-7620"/>
            <a:ext cx="3894763" cy="6696922"/>
            <a:chOff x="8129595" y="-7620"/>
            <a:chExt cx="3894763" cy="6696922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07AC6FE-C68F-EBA9-4C1B-9CF8BE87A573}"/>
                </a:ext>
              </a:extLst>
            </p:cNvPr>
            <p:cNvGrpSpPr/>
            <p:nvPr/>
          </p:nvGrpSpPr>
          <p:grpSpPr>
            <a:xfrm>
              <a:off x="8129595" y="-7620"/>
              <a:ext cx="3894763" cy="850664"/>
              <a:chOff x="311485" y="-3485"/>
              <a:chExt cx="3437555" cy="850664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9D874D98-3922-87B1-505C-EF3F82D82C58}"/>
                  </a:ext>
                </a:extLst>
              </p:cNvPr>
              <p:cNvGrpSpPr/>
              <p:nvPr/>
            </p:nvGrpSpPr>
            <p:grpSpPr>
              <a:xfrm>
                <a:off x="311486" y="542478"/>
                <a:ext cx="3437554" cy="304701"/>
                <a:chOff x="311486" y="1202878"/>
                <a:chExt cx="3516802" cy="304701"/>
              </a:xfrm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379477AE-B2DD-B29B-4CD0-B0DAACF203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1486" y="1367470"/>
                  <a:ext cx="3516802" cy="0"/>
                </a:xfrm>
                <a:prstGeom prst="line">
                  <a:avLst/>
                </a:prstGeom>
                <a:ln w="76200">
                  <a:solidFill>
                    <a:schemeClr val="accent6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52E50331-D009-58E0-7E6C-75C09F39C7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28288" y="1202878"/>
                  <a:ext cx="0" cy="304701"/>
                </a:xfrm>
                <a:prstGeom prst="line">
                  <a:avLst/>
                </a:prstGeom>
                <a:ln w="76200">
                  <a:solidFill>
                    <a:schemeClr val="accent6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0F308A79-60E7-3702-9816-6E6B8EFF90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1486" y="1202878"/>
                  <a:ext cx="0" cy="304701"/>
                </a:xfrm>
                <a:prstGeom prst="line">
                  <a:avLst/>
                </a:prstGeom>
                <a:ln w="76200">
                  <a:solidFill>
                    <a:schemeClr val="accent6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261C5B7-478E-7FF3-A920-9327E6742676}"/>
                  </a:ext>
                </a:extLst>
              </p:cNvPr>
              <p:cNvSpPr txBox="1"/>
              <p:nvPr/>
            </p:nvSpPr>
            <p:spPr>
              <a:xfrm>
                <a:off x="311485" y="-3485"/>
                <a:ext cx="3437549" cy="646331"/>
              </a:xfrm>
              <a:prstGeom prst="rect">
                <a:avLst/>
              </a:prstGeom>
              <a:noFill/>
            </p:spPr>
            <p:txBody>
              <a:bodyPr wrap="square" rtlCol="0" anchor="b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Latch active</a:t>
                </a:r>
              </a:p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Data enable inactive </a:t>
                </a:r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46BE14AE-6BDC-8885-E9DA-134829FC3E5B}"/>
                </a:ext>
              </a:extLst>
            </p:cNvPr>
            <p:cNvGrpSpPr/>
            <p:nvPr/>
          </p:nvGrpSpPr>
          <p:grpSpPr>
            <a:xfrm>
              <a:off x="8617270" y="4404360"/>
              <a:ext cx="3186109" cy="2284942"/>
              <a:chOff x="8617270" y="4404360"/>
              <a:chExt cx="3186109" cy="2284942"/>
            </a:xfrm>
          </p:grpSpPr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8B3C5E1-5FE1-BF2D-4F9F-AD935EFC951B}"/>
                  </a:ext>
                </a:extLst>
              </p:cNvPr>
              <p:cNvSpPr txBox="1"/>
              <p:nvPr/>
            </p:nvSpPr>
            <p:spPr>
              <a:xfrm>
                <a:off x="8617270" y="6412303"/>
                <a:ext cx="318610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bg1"/>
                    </a:solidFill>
                  </a:rPr>
                  <a:t>Drive strength reduced with output disabled</a:t>
                </a:r>
              </a:p>
            </p:txBody>
          </p: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412263B2-BA12-7F40-7676-C07C975F1BB0}"/>
                  </a:ext>
                </a:extLst>
              </p:cNvPr>
              <p:cNvCxnSpPr>
                <a:cxnSpLocks/>
                <a:stCxn id="46" idx="0"/>
              </p:cNvCxnSpPr>
              <p:nvPr/>
            </p:nvCxnSpPr>
            <p:spPr>
              <a:xfrm flipV="1">
                <a:off x="10210325" y="4404360"/>
                <a:ext cx="168115" cy="2007943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742448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C0844B-BFE8-71AB-C4E4-D8073E871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6613"/>
            <a:ext cx="12192000" cy="512477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8B08539-7E41-8A93-846F-6232B0DF7463}"/>
              </a:ext>
            </a:extLst>
          </p:cNvPr>
          <p:cNvSpPr/>
          <p:nvPr/>
        </p:nvSpPr>
        <p:spPr>
          <a:xfrm>
            <a:off x="29496" y="776748"/>
            <a:ext cx="12133008" cy="356911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304EFE-619F-ED51-2DA7-E412CE78EF13}"/>
              </a:ext>
            </a:extLst>
          </p:cNvPr>
          <p:cNvSpPr/>
          <p:nvPr/>
        </p:nvSpPr>
        <p:spPr>
          <a:xfrm>
            <a:off x="703186" y="43704"/>
            <a:ext cx="1656557" cy="51865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Flip flops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1634219-1BB3-03D2-4CBC-8736691880B5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2359743" y="303030"/>
            <a:ext cx="1091380" cy="473718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B1C4FB41-350E-C935-A3A3-7EEEA7F3B48D}"/>
              </a:ext>
            </a:extLst>
          </p:cNvPr>
          <p:cNvSpPr/>
          <p:nvPr/>
        </p:nvSpPr>
        <p:spPr>
          <a:xfrm>
            <a:off x="7983794" y="4345858"/>
            <a:ext cx="639096" cy="1617406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3BF77A-D6B3-F088-AEFE-43CF38B30C91}"/>
              </a:ext>
            </a:extLst>
          </p:cNvPr>
          <p:cNvSpPr/>
          <p:nvPr/>
        </p:nvSpPr>
        <p:spPr>
          <a:xfrm>
            <a:off x="4901558" y="5228304"/>
            <a:ext cx="1656557" cy="51865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Inverters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4A1AB50-8AC3-4B9E-44FC-46AF0AF24CD1}"/>
              </a:ext>
            </a:extLst>
          </p:cNvPr>
          <p:cNvCxnSpPr>
            <a:cxnSpLocks/>
            <a:stCxn id="12" idx="3"/>
            <a:endCxn id="11" idx="1"/>
          </p:cNvCxnSpPr>
          <p:nvPr/>
        </p:nvCxnSpPr>
        <p:spPr>
          <a:xfrm flipV="1">
            <a:off x="6558115" y="5154561"/>
            <a:ext cx="1425679" cy="333069"/>
          </a:xfrm>
          <a:prstGeom prst="straightConnector1">
            <a:avLst/>
          </a:prstGeom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E172A07F-E27A-2D9B-E21E-2364B70848FF}"/>
              </a:ext>
            </a:extLst>
          </p:cNvPr>
          <p:cNvSpPr/>
          <p:nvPr/>
        </p:nvSpPr>
        <p:spPr>
          <a:xfrm>
            <a:off x="8622890" y="4340943"/>
            <a:ext cx="3539614" cy="161740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141F9C9-E1F3-C4AA-5B52-A3FD2085C595}"/>
              </a:ext>
            </a:extLst>
          </p:cNvPr>
          <p:cNvSpPr/>
          <p:nvPr/>
        </p:nvSpPr>
        <p:spPr>
          <a:xfrm>
            <a:off x="5132616" y="6037007"/>
            <a:ext cx="1656557" cy="51865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 Buffers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CBB6749-D71B-FC7F-DFB7-C951EB364714}"/>
              </a:ext>
            </a:extLst>
          </p:cNvPr>
          <p:cNvCxnSpPr>
            <a:cxnSpLocks/>
            <a:stCxn id="17" idx="3"/>
            <a:endCxn id="16" idx="2"/>
          </p:cNvCxnSpPr>
          <p:nvPr/>
        </p:nvCxnSpPr>
        <p:spPr>
          <a:xfrm flipV="1">
            <a:off x="6789173" y="5958349"/>
            <a:ext cx="3603524" cy="337984"/>
          </a:xfrm>
          <a:prstGeom prst="straightConnector1">
            <a:avLst/>
          </a:prstGeom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2686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69</Words>
  <Application>Microsoft Office PowerPoint</Application>
  <PresentationFormat>Widescreen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Office Theme</vt:lpstr>
      <vt:lpstr>Instruction Register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Murray</dc:creator>
  <cp:lastModifiedBy>Matthew Murray</cp:lastModifiedBy>
  <cp:revision>54</cp:revision>
  <dcterms:created xsi:type="dcterms:W3CDTF">2025-11-12T18:06:36Z</dcterms:created>
  <dcterms:modified xsi:type="dcterms:W3CDTF">2025-11-13T21:13:53Z</dcterms:modified>
</cp:coreProperties>
</file>